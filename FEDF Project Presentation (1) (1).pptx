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86" r:id="rId3"/>
    <p:sldId id="260" r:id="rId4"/>
    <p:sldId id="278" r:id="rId5"/>
    <p:sldId id="257" r:id="rId6"/>
    <p:sldId id="328" r:id="rId7"/>
    <p:sldId id="321" r:id="rId8"/>
    <p:sldId id="326" r:id="rId9"/>
    <p:sldId id="322" r:id="rId10"/>
    <p:sldId id="329" r:id="rId11"/>
    <p:sldId id="324" r:id="rId12"/>
    <p:sldId id="277" r:id="rId13"/>
    <p:sldId id="331" r:id="rId14"/>
    <p:sldId id="332" r:id="rId15"/>
    <p:sldId id="320" r:id="rId16"/>
    <p:sldId id="327" r:id="rId17"/>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5" d="100"/>
          <a:sy n="75" d="100"/>
        </p:scale>
        <p:origin x="1594" y="10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hyperlink" Target="http://www.klh.edu.in/" TargetMode="Externa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anose="02020603050405020304" pitchFamily="18" charset="0"/>
                <a:cs typeface="Times New Roman" panose="02020603050405020304" pitchFamily="18" charset="0"/>
              </a:rPr>
            </a:br>
            <a:r>
              <a:rPr lang="en-US" sz="2200" b="0" dirty="0">
                <a:solidFill>
                  <a:schemeClr val="tx1"/>
                </a:solidFill>
                <a:latin typeface="Times New Roman" panose="02020603050405020304" pitchFamily="18" charset="0"/>
                <a:cs typeface="Times New Roman" panose="02020603050405020304" pitchFamily="18" charset="0"/>
              </a:rPr>
              <a:t>A</a:t>
            </a:r>
            <a:br>
              <a:rPr lang="en-US" sz="1800" b="0" dirty="0">
                <a:solidFill>
                  <a:schemeClr val="tx1"/>
                </a:solidFill>
                <a:latin typeface="Times New Roman" panose="02020603050405020304" pitchFamily="18" charset="0"/>
                <a:cs typeface="Times New Roman" panose="02020603050405020304" pitchFamily="18" charset="0"/>
              </a:rPr>
            </a:br>
            <a:r>
              <a:rPr lang="en-US" sz="3600" b="1" dirty="0">
                <a:solidFill>
                  <a:srgbClr val="FF0000"/>
                </a:solidFill>
                <a:latin typeface="Times New Roman" panose="02020603050405020304" pitchFamily="18" charset="0"/>
                <a:cs typeface="Times New Roman" panose="02020603050405020304" pitchFamily="18" charset="0"/>
              </a:rPr>
              <a:t>Project Review Meeting  </a:t>
            </a:r>
            <a:br>
              <a:rPr lang="en-US" sz="2200" dirty="0">
                <a:latin typeface="Times New Roman" panose="02020603050405020304" pitchFamily="18" charset="0"/>
                <a:cs typeface="Times New Roman" panose="02020603050405020304" pitchFamily="18" charset="0"/>
              </a:rPr>
            </a:br>
            <a:r>
              <a:rPr lang="en-US" sz="2200" b="0" dirty="0">
                <a:solidFill>
                  <a:schemeClr val="tx1"/>
                </a:solidFill>
                <a:latin typeface="Times New Roman" panose="02020603050405020304" pitchFamily="18" charset="0"/>
                <a:cs typeface="Times New Roman" panose="02020603050405020304" pitchFamily="18" charset="0"/>
              </a:rPr>
              <a:t> on</a:t>
            </a:r>
            <a:br>
              <a:rPr lang="en-US" sz="2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Prescription Management System</a:t>
            </a:r>
            <a:endParaRPr lang="en-US" sz="40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81000" y="1366277"/>
            <a:ext cx="8458200" cy="2895600"/>
          </a:xfrm>
        </p:spPr>
        <p:txBody>
          <a:bodyPr>
            <a:normAutofit fontScale="40000" lnSpcReduction="20000"/>
          </a:bodyPr>
          <a:lstStyle/>
          <a:p>
            <a:pPr marR="0" algn="ctr" eaLnBrk="1" hangingPunct="1">
              <a:lnSpc>
                <a:spcPct val="80000"/>
              </a:lnSpc>
              <a:defRPr/>
            </a:pPr>
            <a:endParaRPr lang="en-US" sz="20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2600" b="1" dirty="0">
                <a:solidFill>
                  <a:srgbClr val="00B0F0"/>
                </a:solidFill>
                <a:latin typeface="Times New Roman" panose="02020603050405020304" pitchFamily="18" charset="0"/>
                <a:cs typeface="Times New Roman" panose="02020603050405020304" pitchFamily="18" charset="0"/>
              </a:rPr>
              <a:t>By</a:t>
            </a: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3300" dirty="0">
                <a:solidFill>
                  <a:srgbClr val="0D0D0D"/>
                </a:solidFill>
                <a:latin typeface="Times New Roman" panose="02020603050405020304" pitchFamily="18" charset="0"/>
                <a:cs typeface="Times New Roman" panose="02020603050405020304" pitchFamily="18" charset="0"/>
              </a:rPr>
              <a:t>Name : G.S.S Gyanadeep                      roll : 2520080008</a:t>
            </a:r>
            <a:endParaRPr lang="en-US" sz="33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3300" dirty="0">
                <a:solidFill>
                  <a:srgbClr val="0D0D0D"/>
                </a:solidFill>
                <a:latin typeface="Times New Roman" panose="02020603050405020304" pitchFamily="18" charset="0"/>
                <a:cs typeface="Times New Roman" panose="02020603050405020304" pitchFamily="18" charset="0"/>
              </a:rPr>
              <a:t>Name  Garikapati Mahidhar                        roll : 2520090138</a:t>
            </a:r>
            <a:endParaRPr lang="en-US" sz="3300" dirty="0">
              <a:solidFill>
                <a:srgbClr val="0D0D0D"/>
              </a:solidFill>
              <a:latin typeface="Times New Roman" panose="02020603050405020304" pitchFamily="18" charset="0"/>
              <a:cs typeface="Times New Roman" panose="02020603050405020304" pitchFamily="18" charset="0"/>
            </a:endParaRPr>
          </a:p>
          <a:p>
            <a:pPr>
              <a:lnSpc>
                <a:spcPct val="80000"/>
              </a:lnSpc>
              <a:defRPr/>
            </a:pPr>
            <a:endParaRPr lang="en-US" sz="3600" b="1" dirty="0">
              <a:solidFill>
                <a:srgbClr val="00B0F0"/>
              </a:solidFill>
              <a:latin typeface="Times New Roman" panose="02020603050405020304" pitchFamily="18" charset="0"/>
              <a:cs typeface="Times New Roman" panose="02020603050405020304" pitchFamily="18" charset="0"/>
            </a:endParaRPr>
          </a:p>
          <a:p>
            <a:pPr>
              <a:lnSpc>
                <a:spcPct val="80000"/>
              </a:lnSpc>
              <a:defRPr/>
            </a:pPr>
            <a:r>
              <a:rPr lang="en-US" sz="3600" b="1" dirty="0">
                <a:solidFill>
                  <a:srgbClr val="00B0F0"/>
                </a:solidFill>
                <a:latin typeface="Times New Roman" panose="02020603050405020304" pitchFamily="18" charset="0"/>
                <a:cs typeface="Times New Roman" panose="02020603050405020304" pitchFamily="18" charset="0"/>
              </a:rPr>
              <a:t>Team Number: 34</a:t>
            </a:r>
            <a:endParaRPr lang="en-US" sz="3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33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1300" b="1" dirty="0">
              <a:solidFill>
                <a:srgbClr val="FF000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endParaRPr lang="en-GB" sz="3300" b="1" i="1" dirty="0">
              <a:solidFill>
                <a:srgbClr val="FF0000"/>
              </a:solidFill>
              <a:effectLst/>
              <a:latin typeface="Times New Roman" panose="02020603050405020304" pitchFamily="18" charset="0"/>
              <a:ea typeface="Times New Roman" panose="02020603050405020304" pitchFamily="18" charset="0"/>
            </a:endParaRPr>
          </a:p>
          <a:p>
            <a:pPr marR="0" algn="ctr" eaLnBrk="1" hangingPunct="1">
              <a:lnSpc>
                <a:spcPct val="80000"/>
              </a:lnSpc>
              <a:defRPr/>
            </a:pPr>
            <a:endParaRPr lang="en-US" sz="24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3400" b="1" dirty="0">
                <a:solidFill>
                  <a:srgbClr val="00B0F0"/>
                </a:solidFill>
                <a:latin typeface="Times New Roman" panose="02020603050405020304" pitchFamily="18" charset="0"/>
                <a:cs typeface="Times New Roman" panose="02020603050405020304" pitchFamily="18" charset="0"/>
              </a:rPr>
              <a:t>Dr. Niramala Jyothi</a:t>
            </a:r>
            <a:endParaRPr lang="en-US" sz="34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3400" b="1" dirty="0">
                <a:solidFill>
                  <a:srgbClr val="00B0F0"/>
                </a:solidFill>
                <a:latin typeface="Times New Roman" panose="02020603050405020304" pitchFamily="18" charset="0"/>
                <a:cs typeface="Times New Roman" panose="02020603050405020304" pitchFamily="18" charset="0"/>
              </a:rPr>
              <a:t>Associate Professor </a:t>
            </a:r>
            <a:endParaRPr lang="en-US" sz="34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400" b="1" dirty="0">
              <a:solidFill>
                <a:srgbClr val="0070C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4400" b="1" dirty="0">
                <a:solidFill>
                  <a:srgbClr val="0070C0"/>
                </a:solidFill>
                <a:latin typeface="Times New Roman" panose="02020603050405020304" pitchFamily="18" charset="0"/>
                <a:cs typeface="Times New Roman" panose="02020603050405020304" pitchFamily="18" charset="0"/>
              </a:rPr>
              <a:t>Department of Computer Science and Engineering</a:t>
            </a:r>
            <a:endParaRPr lang="en-US" sz="4400" b="1" dirty="0">
              <a:solidFill>
                <a:srgbClr val="0070C0"/>
              </a:solidFill>
              <a:latin typeface="Times New Roman" panose="02020603050405020304" pitchFamily="18" charset="0"/>
              <a:cs typeface="Times New Roman" panose="02020603050405020304" pitchFamily="18" charset="0"/>
            </a:endParaRPr>
          </a:p>
          <a:p>
            <a:pPr marR="0" eaLnBrk="1" hangingPunct="1">
              <a:lnSpc>
                <a:spcPct val="80000"/>
              </a:lnSpc>
              <a:defRPr/>
            </a:pPr>
            <a:r>
              <a:rPr lang="en-US" sz="2400" b="1" dirty="0">
                <a:solidFill>
                  <a:srgbClr val="0D0D0D"/>
                </a:solidFill>
                <a:latin typeface="Times New Roman" panose="02020603050405020304" pitchFamily="18" charset="0"/>
                <a:cs typeface="Times New Roman" panose="02020603050405020304" pitchFamily="18" charset="0"/>
              </a:rPr>
              <a:t>                                                </a:t>
            </a:r>
            <a:r>
              <a:rPr lang="en-US" sz="2400" dirty="0">
                <a:solidFill>
                  <a:srgbClr val="0D0D0D"/>
                </a:solidFill>
                <a:latin typeface="Times New Roman" panose="02020603050405020304" pitchFamily="18" charset="0"/>
                <a:cs typeface="Times New Roman" panose="02020603050405020304" pitchFamily="18" charset="0"/>
              </a:rPr>
              <a:t>                                                                          </a:t>
            </a:r>
            <a:endParaRPr lang="en-US" sz="2400" dirty="0">
              <a:solidFill>
                <a:srgbClr val="0D0D0D"/>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349155" y="5257800"/>
            <a:ext cx="9144000" cy="1374140"/>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a:t>
            </a:r>
            <a:r>
              <a:rPr lang="en-US" alt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7013824981</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1"/>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Outline of the Presentation</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Abstract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Problem Statement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Project Flow Diagram</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Objectives with Justification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Modules[Frontend web pages]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Expected Outcomes of the Proposed Work</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Conclusion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Abstract</a:t>
            </a:r>
            <a:endParaRPr lang="en-US" sz="2800" dirty="0"/>
          </a:p>
        </p:txBody>
      </p:sp>
      <p:sp>
        <p:nvSpPr>
          <p:cNvPr id="5" name="Content Placeholder 4"/>
          <p:cNvSpPr>
            <a:spLocks noGrp="1"/>
          </p:cNvSpPr>
          <p:nvPr>
            <p:ph idx="1"/>
            <p:custDataLst>
              <p:tags r:id="rId1"/>
            </p:custDataLst>
          </p:nvPr>
        </p:nvSpPr>
        <p:spPr>
          <a:xfrm>
            <a:off x="457200" y="1417639"/>
            <a:ext cx="8229600" cy="4708526"/>
          </a:xfrm>
        </p:spPr>
        <p:txBody>
          <a:bodyPr>
            <a:noAutofit/>
          </a:bodyPr>
          <a:lstStyle/>
          <a:p>
            <a:pPr marL="0" lvl="0" indent="0">
              <a:buNone/>
            </a:pPr>
            <a:r>
              <a:rPr lang="en-US" altLang="en-US" sz="1500" b="1"/>
              <a:t>The Prescription Management System offers a range of benefits to healthcare stakeholders. Doctors can easily generate digital prescriptions, reducing the risk of illegible handwriting and prescription errors. Patients can access their complete medication history, empowering them to better manage their healthcare. Pharmacies can efficiently receive and process prescriptions, streamlining the dispensing process and minimizing delays. The system's secure data storage and access controls ensure the confidentiality and integrity of patient information. By automating the prescription lifecycle, the Prescription Management System enhances efficiency, improves patient outcomes, and supports the broader transition towards a digitalized healthcare ecosystem.</a:t>
            </a:r>
            <a:endParaRPr lang="en-US" altLang="en-US" sz="1500" b="1"/>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Introduction</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90000" lnSpcReduction="20000"/>
          </a:bodyPr>
          <a:lstStyle/>
          <a:p>
            <a:r>
              <a:rPr lang="en-US" altLang="en-US"/>
              <a:t>Healthcare systems worldwide are rapidly adopting digital technologies to improve the quality, accuracy, and accessibility of medical services. One of the most important aspects of healthcare is prescription management, which involves creating, storing, updating, and accessing patient prescriptions. Traditional paper-based prescription systems are often associated with challenges such as illegible handwriting, medication errors, loss of records, prescription fraud, and inefficient communication between healthcare providers and pharmacies.</a:t>
            </a:r>
            <a:endParaRPr lang="en-US" altLang="en-US"/>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90000" lnSpcReduction="10000"/>
          </a:bodyPr>
          <a:p>
            <a:r>
              <a:rPr lang="en-US" altLang="en-US"/>
              <a:t>The Prescription Management System is a web-based application developed to address these challenges by providing a secure and efficient platform for managing prescriptions electronically. The system enables doctors to generate digital prescriptions, patients to access their medication records, and pharmacies to receive and process prescriptions in a streamlined manner. By digitizing the prescription lifecycle, the system improves accuracy, enhances patient safety, and reduces administrative workload.</a:t>
            </a:r>
            <a:endParaRPr lang="en-US" altLang="en-US"/>
          </a:p>
        </p:txBody>
      </p:sp>
      <p:sp>
        <p:nvSpPr>
          <p:cNvPr id="4" name="Text Box 3"/>
          <p:cNvSpPr txBox="1"/>
          <p:nvPr/>
        </p:nvSpPr>
        <p:spPr>
          <a:xfrm>
            <a:off x="2032000" y="2152333"/>
            <a:ext cx="5080000" cy="337185"/>
          </a:xfrm>
          <a:prstGeom prst="rect">
            <a:avLst/>
          </a:prstGeom>
        </p:spPr>
        <p:txBody>
          <a:bodyPr>
            <a:spAutoFit/>
          </a:bodyPr>
          <a:p>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Problem Statement</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70000"/>
          </a:bodyPr>
          <a:lstStyle/>
          <a:p>
            <a:r>
              <a:rPr lang="en-US" altLang="en-US"/>
              <a:t>Apollo Hospital in Visakhapatnam serves thousands of patients every day across various medical specialties. Managing a large volume of prescriptions manually can lead to medication errors caused by illegible handwriting, incorrect dosage interpretation, and delays in communication between doctors and pharmacies. Additionally, tracking patient medication adherence and maintaining prescription records efficiently can be challenging. These issues may affect patient safety, treatment effectiveness, and overall healthcare efficiency. Therefore, there is a need for a secure and centralized Prescription Management System that digitizes prescription handling, improves coordination among doctors, patients, and pharmacies, reduces medication errors, and enhances the quality of healthcare services.</a:t>
            </a:r>
            <a:endParaRPr lang="en-US" altLang="en-US"/>
          </a:p>
        </p:txBody>
      </p:sp>
      <p:pic>
        <p:nvPicPr>
          <p:cNvPr id="3" name="Picture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Project Flow Diagram</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r>
              <a:rPr lang="en-US" altLang="en-US" dirty="0"/>
              <a:t>                </a:t>
            </a:r>
            <a:endParaRPr lang="en-US" altLang="en-US"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pic>
        <p:nvPicPr>
          <p:cNvPr id="4" name="Picture 3"/>
          <p:cNvPicPr>
            <a:picLocks noChangeAspect="1"/>
          </p:cNvPicPr>
          <p:nvPr/>
        </p:nvPicPr>
        <p:blipFill>
          <a:blip r:embed="rId2"/>
          <a:stretch>
            <a:fillRect/>
          </a:stretch>
        </p:blipFill>
        <p:spPr>
          <a:xfrm>
            <a:off x="582930" y="1162050"/>
            <a:ext cx="8103870" cy="54032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Objectives with Justification</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1295401"/>
            <a:ext cx="8229600" cy="4830764"/>
          </a:xfrm>
        </p:spPr>
        <p:txBody>
          <a:bodyPr>
            <a:normAutofit/>
          </a:bodyPr>
          <a:lstStyle/>
          <a:p>
            <a:pPr marL="1828800" lvl="4" indent="0">
              <a:buNone/>
            </a:pPr>
            <a:r>
              <a:rPr lang="en-US" altLang="en-US" dirty="0"/>
              <a:t>Objective 1: To Digitize Prescription Management</a:t>
            </a:r>
            <a:endParaRPr lang="en-US" altLang="en-US" dirty="0"/>
          </a:p>
          <a:p>
            <a:pPr marL="1828800" lvl="4" indent="0">
              <a:buNone/>
            </a:pPr>
            <a:endParaRPr lang="en-US" altLang="en-US" dirty="0"/>
          </a:p>
          <a:p>
            <a:pPr marL="1828800" lvl="4" indent="0">
              <a:buNone/>
            </a:pPr>
            <a:r>
              <a:rPr lang="en-US" altLang="en-US" dirty="0"/>
              <a:t>Justification: Traditional paper-based prescriptions are difficult to store, retrieve, and manage. Digitizing prescriptions improves accessibility, reduces paperwork, and ensures efficient record management.</a:t>
            </a:r>
            <a:endParaRPr lang="en-US" altLang="en-US" dirty="0"/>
          </a:p>
          <a:p>
            <a:pPr marL="1828800" lvl="4" indent="0">
              <a:buNone/>
            </a:pPr>
            <a:endParaRPr lang="en-US" altLang="en-US" dirty="0"/>
          </a:p>
          <a:p>
            <a:pPr marL="1828800" lvl="4" indent="0">
              <a:buNone/>
            </a:pPr>
            <a:r>
              <a:rPr lang="en-US" altLang="en-US" dirty="0"/>
              <a:t>Objective 2: To Reduce Medication Errors</a:t>
            </a:r>
            <a:endParaRPr lang="en-US" altLang="en-US" dirty="0"/>
          </a:p>
          <a:p>
            <a:pPr marL="1828800" lvl="4" indent="0">
              <a:buNone/>
            </a:pPr>
            <a:endParaRPr lang="en-US" altLang="en-US" dirty="0"/>
          </a:p>
          <a:p>
            <a:pPr marL="1828800" lvl="4" indent="0">
              <a:buNone/>
            </a:pPr>
            <a:r>
              <a:rPr lang="en-US" altLang="en-US" dirty="0"/>
              <a:t>Justification: Digital prescriptions and dosage validation help prevent errors caused by illegible handwriting, incorrect dosage instructions, and manual data entry mistakes </a:t>
            </a:r>
            <a:endParaRPr lang="en-US" altLang="en-US"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70000"/>
          </a:bodyPr>
          <a:p>
            <a:r>
              <a:rPr lang="en-US" altLang="en-US"/>
              <a:t>Objective 3: To Maintain Centralized Prescription Records</a:t>
            </a:r>
            <a:endParaRPr lang="en-US" altLang="en-US"/>
          </a:p>
          <a:p>
            <a:endParaRPr lang="en-US" altLang="en-US"/>
          </a:p>
          <a:p>
            <a:r>
              <a:rPr lang="en-US" altLang="en-US"/>
              <a:t>Justification: A centralized database allows healthcare providers and patients to access prescription history quickly, improving treatment continuity and decision-making.</a:t>
            </a:r>
            <a:endParaRPr lang="en-US" altLang="en-US"/>
          </a:p>
          <a:p>
            <a:endParaRPr lang="en-US" altLang="en-US"/>
          </a:p>
          <a:p>
            <a:r>
              <a:rPr lang="en-US" altLang="en-US"/>
              <a:t>Objective 4: To Improve Communication Between Doctors, Patients, and Pharmacies</a:t>
            </a:r>
            <a:endParaRPr lang="en-US" altLang="en-US"/>
          </a:p>
          <a:p>
            <a:endParaRPr lang="en-US" altLang="en-US"/>
          </a:p>
          <a:p>
            <a:r>
              <a:rPr lang="en-US" altLang="en-US"/>
              <a:t>Justification: The system enables seamless sharing of prescription information, reducing delays and misunderstandings in medication management.</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Expected Outcomes of the Proposed Work</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457200" y="1143001"/>
            <a:ext cx="8229600" cy="4983164"/>
          </a:xfrm>
        </p:spPr>
        <p:txBody>
          <a:bodyPr>
            <a:normAutofit fontScale="50000"/>
          </a:bodyPr>
          <a:lstStyle/>
          <a:p>
            <a:r>
              <a:rPr lang="en-US" altLang="en-US" dirty="0"/>
              <a:t>Expected Outcomes</a:t>
            </a:r>
            <a:endParaRPr lang="en-US" altLang="en-US" dirty="0"/>
          </a:p>
          <a:p>
            <a:r>
              <a:rPr lang="en-US" altLang="en-US" dirty="0"/>
              <a:t>Digital Prescription Management</a:t>
            </a:r>
            <a:endParaRPr lang="en-US" altLang="en-US" dirty="0"/>
          </a:p>
          <a:p>
            <a:r>
              <a:rPr lang="en-US" altLang="en-US" dirty="0"/>
              <a:t>The system enables doctors to create, store, and manage prescriptions electronically, reducing dependency on paper-based records.</a:t>
            </a:r>
            <a:endParaRPr lang="en-US" altLang="en-US" dirty="0"/>
          </a:p>
          <a:p>
            <a:r>
              <a:rPr lang="en-US" altLang="en-US" dirty="0"/>
              <a:t>Reduced Medication Errors</a:t>
            </a:r>
            <a:endParaRPr lang="en-US" altLang="en-US" dirty="0"/>
          </a:p>
          <a:p>
            <a:r>
              <a:rPr lang="en-US" altLang="en-US" dirty="0"/>
              <a:t>Dosage validation and digital prescription generation help minimize prescription mistakes and improve patient safety.</a:t>
            </a:r>
            <a:endParaRPr lang="en-US" altLang="en-US" dirty="0"/>
          </a:p>
          <a:p>
            <a:r>
              <a:rPr lang="en-US" altLang="en-US" dirty="0"/>
              <a:t>Improved Prescription Accessibility</a:t>
            </a:r>
            <a:endParaRPr lang="en-US" altLang="en-US" dirty="0"/>
          </a:p>
          <a:p>
            <a:r>
              <a:rPr lang="en-US" altLang="en-US" dirty="0"/>
              <a:t>Patients, doctors, and authorized pharmacies can access prescription information quickly and securely.</a:t>
            </a:r>
            <a:endParaRPr lang="en-US" altLang="en-US" dirty="0"/>
          </a:p>
          <a:p>
            <a:r>
              <a:rPr lang="en-US" altLang="en-US" dirty="0"/>
              <a:t>Efficient Refill Management</a:t>
            </a:r>
            <a:endParaRPr lang="en-US" altLang="en-US" dirty="0"/>
          </a:p>
          <a:p>
            <a:r>
              <a:rPr lang="en-US" altLang="en-US" dirty="0"/>
              <a:t>Patients can submit refill requests online, reducing manual processes and improving convenience.</a:t>
            </a:r>
            <a:endParaRPr lang="en-US" altLang="en-US" dirty="0"/>
          </a:p>
          <a:p>
            <a:r>
              <a:rPr lang="en-US" altLang="en-US" dirty="0"/>
              <a:t>Enhanced Pharmacy Coordination</a:t>
            </a:r>
            <a:endParaRPr lang="en-US" altLang="en-US" dirty="0"/>
          </a:p>
          <a:p>
            <a:r>
              <a:rPr lang="en-US" altLang="en-US" dirty="0"/>
              <a:t>Prescriptions can be assigned and shared with pharmacies efficiently, improving medication delivery and service quality.</a:t>
            </a:r>
            <a:endParaRPr lang="en-US"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Conclusion and Future Scope</a:t>
            </a:r>
            <a:endParaRPr lang="en-IN" sz="2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1050925"/>
            <a:ext cx="8229600" cy="5075239"/>
          </a:xfrm>
        </p:spPr>
        <p:txBody>
          <a:bodyPr>
            <a:normAutofit fontScale="70000"/>
          </a:bodyPr>
          <a:lstStyle/>
          <a:p>
            <a:r>
              <a:rPr lang="en-US" altLang="en-US" dirty="0"/>
              <a:t>Conclusion</a:t>
            </a:r>
            <a:endParaRPr lang="en-US" altLang="en-US" dirty="0"/>
          </a:p>
          <a:p>
            <a:endParaRPr lang="en-US" altLang="en-US" dirty="0"/>
          </a:p>
          <a:p>
            <a:r>
              <a:rPr lang="en-US" altLang="en-US" dirty="0"/>
              <a:t>The Prescription Management System successfully provides a digital platform for managing prescriptions in a secure, efficient, and user-friendly manner. The system enables doctors to create electronic prescriptions, patients to access their medication records, and pharmacies to process prescriptions effectively. Features such as drug search, dosage validation, refill requests, prescription history, notifications, and adherence tracking help improve patient safety and reduce medication errors. By automating prescription-related processes, the system minimizes paperwork, enhances communication among healthcare stakeholders, and improves the overall quality of healthcare services.</a:t>
            </a:r>
            <a:endParaRPr lang="en-US" altLang="en-US" dirty="0"/>
          </a:p>
        </p:txBody>
      </p:sp>
      <p:pic>
        <p:nvPicPr>
          <p:cNvPr id="3" name="Picture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10000"/>
          </a:bodyPr>
          <a:p>
            <a:r>
              <a:rPr lang="en-US" altLang="en-US"/>
              <a:t>Future 	Scope:</a:t>
            </a:r>
            <a:endParaRPr lang="en-US" altLang="en-US"/>
          </a:p>
          <a:p>
            <a:r>
              <a:rPr lang="en-US" altLang="en-US"/>
              <a:t>The Prescription Management System can be further enhanced by integrating advanced technologies such as Artificial Intelligence, Cloud Computing, Mobile Applications, and Telemedicine services, transforming it into a comprehensive digital healthcare solution that supports smarter, safer, and more accessible healthcare delivery.</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 Mappings</a:t>
            </a:r>
            <a:endParaRPr lang="en-US"/>
          </a:p>
        </p:txBody>
      </p:sp>
      <p:sp>
        <p:nvSpPr>
          <p:cNvPr id="3" name="Content Placeholder 2"/>
          <p:cNvSpPr>
            <a:spLocks noGrp="1"/>
          </p:cNvSpPr>
          <p:nvPr>
            <p:ph idx="1"/>
          </p:nvPr>
        </p:nvSpPr>
        <p:spPr/>
        <p:txBody>
          <a:bodyPr>
            <a:normAutofit fontScale="50000"/>
          </a:bodyPr>
          <a:p>
            <a:r>
              <a:rPr lang="en-US" altLang="en-US"/>
              <a:t>CO1: Developed responsive healthcare web pages using HTML, CSS, and JavaScript.</a:t>
            </a:r>
            <a:endParaRPr lang="en-US" altLang="en-US"/>
          </a:p>
          <a:p>
            <a:endParaRPr lang="en-US" altLang="en-US"/>
          </a:p>
          <a:p>
            <a:r>
              <a:rPr lang="en-US" altLang="en-US"/>
              <a:t>CO2: Implemented reusable React components to improve modularity and maintainability.</a:t>
            </a:r>
            <a:endParaRPr lang="en-US" altLang="en-US"/>
          </a:p>
          <a:p>
            <a:endParaRPr lang="en-US" altLang="en-US"/>
          </a:p>
          <a:p>
            <a:r>
              <a:rPr lang="en-US" altLang="en-US"/>
              <a:t>CO3: Used React state management and event handling for user interactions and validation.</a:t>
            </a:r>
            <a:endParaRPr lang="en-US" altLang="en-US"/>
          </a:p>
          <a:p>
            <a:endParaRPr lang="en-US" altLang="en-US"/>
          </a:p>
          <a:p>
            <a:r>
              <a:rPr lang="en-US" altLang="en-US"/>
              <a:t>CO4: Built a complete single-page healthcare application using React.js.</a:t>
            </a:r>
            <a:endParaRPr lang="en-US" altLang="en-US"/>
          </a:p>
          <a:p>
            <a:endParaRPr lang="en-US" altLang="en-US"/>
          </a:p>
          <a:p>
            <a:r>
              <a:rPr lang="en-US" altLang="en-US"/>
              <a:t>CO5: Managed patient and prescription data through frontend-backend integration.</a:t>
            </a:r>
            <a:endParaRPr lang="en-US" altLang="en-US"/>
          </a:p>
          <a:p>
            <a:endParaRPr lang="en-US" altLang="en-US"/>
          </a:p>
          <a:p>
            <a:r>
              <a:rPr lang="en-US" altLang="en-US"/>
              <a:t>CO6: Tested and executed the application using Vite, npm, VS Code, and GitHub version control.</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p:txBody>
          <a:bodyPr/>
          <a:lstStyle/>
          <a:p>
            <a:r>
              <a:rPr lang="en-US" altLang="en-IN"/>
              <a:t>Some information from Chat Gpt</a:t>
            </a:r>
            <a:endParaRPr lang="en-US" altLang="en-IN"/>
          </a:p>
          <a:p>
            <a:r>
              <a:rPr lang="en-US" altLang="en-IN"/>
              <a:t>.Used Languages are</a:t>
            </a:r>
            <a:endParaRPr lang="en-US" altLang="en-IN"/>
          </a:p>
          <a:p>
            <a:r>
              <a:rPr lang="en-US" altLang="en-IN"/>
              <a:t>HTML</a:t>
            </a:r>
            <a:endParaRPr lang="en-US" altLang="en-IN"/>
          </a:p>
          <a:p>
            <a:r>
              <a:rPr lang="en-US" altLang="en-IN"/>
              <a:t>CSS</a:t>
            </a:r>
            <a:endParaRPr lang="en-US" altLang="en-IN"/>
          </a:p>
          <a:p>
            <a:r>
              <a:rPr lang="en-US" altLang="en-IN"/>
              <a:t>Java Script</a:t>
            </a:r>
            <a:endParaRPr lang="en-US" altLang="en-IN"/>
          </a:p>
          <a:p>
            <a:r>
              <a:rPr lang="en-US" altLang="en-IN"/>
              <a:t>SQL</a:t>
            </a:r>
            <a:endParaRPr lang="en-US" altLang="en-IN"/>
          </a:p>
          <a:p>
            <a:r>
              <a:rPr lang="en-US" altLang="en-IN"/>
              <a:t>Boot Strap</a:t>
            </a:r>
            <a:endParaRPr lang="en-US" altLang="en-IN"/>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cSld>
  <p:clrMapOvr>
    <a:masterClrMapping/>
  </p:clrMapOvr>
</p:sld>
</file>

<file path=ppt/tags/tag1.xml><?xml version="1.0" encoding="utf-8"?>
<p:tagLst xmlns:p="http://schemas.openxmlformats.org/presentationml/2006/main">
  <p:tag name="wpp_generatetext"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6928</Words>
  <Application>WPS Presentation</Application>
  <PresentationFormat>On-screen Show (4:3)</PresentationFormat>
  <Paragraphs>121</Paragraphs>
  <Slides>15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SimSun</vt:lpstr>
      <vt:lpstr>Wingdings</vt:lpstr>
      <vt:lpstr>Times New Roman</vt:lpstr>
      <vt:lpstr>Aptos</vt:lpstr>
      <vt:lpstr>Segoe UI</vt:lpstr>
      <vt:lpstr>Microsoft YaHei</vt:lpstr>
      <vt:lpstr>Arial Unicode MS</vt:lpstr>
      <vt:lpstr>Calibri</vt:lpstr>
      <vt:lpstr>Office Theme</vt:lpstr>
      <vt:lpstr> A Project Review Meeting    on  Prescription Management System</vt:lpstr>
      <vt:lpstr>Outline of the Presentation</vt:lpstr>
      <vt:lpstr>Abstract</vt:lpstr>
      <vt:lpstr>Introduction</vt:lpstr>
      <vt:lpstr>PowerPoint 演示文稿</vt:lpstr>
      <vt:lpstr>Problem Statement </vt:lpstr>
      <vt:lpstr>Project Flow Diagram</vt:lpstr>
      <vt:lpstr>Objectives with Justification </vt:lpstr>
      <vt:lpstr>PowerPoint 演示文稿</vt:lpstr>
      <vt:lpstr>Expected Outcomes of the Proposed Work </vt:lpstr>
      <vt:lpstr>Conclusion and Future Scope</vt:lpstr>
      <vt:lpstr>PowerPoint 演示文稿</vt:lpstr>
      <vt:lpstr>PowerPoint 演示文稿</vt:lpstr>
      <vt:lpstr>References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Gss Gyanadeep</cp:lastModifiedBy>
  <cp:revision>200</cp:revision>
  <dcterms:created xsi:type="dcterms:W3CDTF">2006-08-16T00:00:00Z</dcterms:created>
  <dcterms:modified xsi:type="dcterms:W3CDTF">2026-06-19T04:34:03Z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FF34BF4A5BA4491983B1D4BE06298BBB_13</vt:lpwstr>
  </property>
  <property fmtid="{D5CDD505-2E9C-101B-9397-08002B2CF9AE}" pid="3" name="KSOProductBuildVer">
    <vt:lpwstr>1033-12.2.0.23196</vt:lpwstr>
  </property>
</Properties>
</file>